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greet: Hello — I’m Victoria Riri Wagura. This short deck explains why Brown’s Open Curriculum and research environment are the natural next step for my interdisciplinary work in perception and systems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 personal context: I build systems that connect people and machines. My background spans deployed products and perception research prototypes — I care about engineering that serves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small but stable set of students from Kenya highlights how each admits' experience matters. I’m citing Francis Parserio’s note on enrollment trends (link in Sources).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Expand briefly on personal examples: MotionTrace (perception), Jewellery818 (systems), Smartsolve (human-centered service).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eagerness to take advantage of cross‑department advising; intent to work with labs and take S/NC to explore.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Narrative: Jewellery818 taught systems and deployment; limited traction led to MotionTrace — perception; Smartsolve shows ethics &amp; access. This arc maps to Tellex’s lab interests.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to lab methods or proposed work: e.g., integrating pose outputs into dialogue and robot action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Include these places because they speak to Brown’s culture — public, collaborative, and creative.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article is included as context for the enrollment numbers and as a public source. It does not change my application narrative; it situates the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application requires the official logo or color usage rules, confirm and I’ll adjust.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548640"/>
            <a:ext cx="11064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Victoria Riri Wagura — Why Brown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Applicant | Module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_2026-08-17-06-32-28-567_com.google.android.googlequicksearchbo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3657600" cy="4846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54880" y="73152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E2A1E"/>
                </a:solidFill>
                <a:latin typeface="Open Sans"/>
              </a:rPr>
              <a:t>About</a:t>
            </a:r>
          </a:p>
          <a:p>
            <a:pPr lvl="1"/>
            <a:r>
              <a:rPr sz="1800" b="0">
                <a:solidFill>
                  <a:srgbClr val="4E2A1E"/>
                </a:solidFill>
                <a:latin typeface="Open Sans"/>
              </a:rPr>
              <a:t>Name: Victoria Riri Wagura</a:t>
            </a:r>
          </a:p>
          <a:p>
            <a:pPr lvl="1"/>
            <a:r>
              <a:rPr sz="1800" b="0">
                <a:solidFill>
                  <a:srgbClr val="4E2A1E"/>
                </a:solidFill>
                <a:latin typeface="Open Sans"/>
              </a:rPr>
              <a:t>Home country: Kenya</a:t>
            </a:r>
          </a:p>
          <a:p>
            <a:pPr lvl="1"/>
            <a:r>
              <a:rPr sz="1800" b="0">
                <a:solidFill>
                  <a:srgbClr val="4E2A1E"/>
                </a:solidFill>
                <a:latin typeface="Open Sans"/>
              </a:rPr>
              <a:t>Module: 2</a:t>
            </a:r>
          </a:p>
          <a:p>
            <a:pPr lvl="1"/>
            <a:r>
              <a:rPr sz="1800" b="0">
                <a:solidFill>
                  <a:srgbClr val="4E2A1E"/>
                </a:solidFill>
                <a:latin typeface="Open Sans"/>
              </a:rPr>
              <a:t>Intended major: Computer Engineering / Robotics (flexible)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nrollmen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5720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Counts reflect enrolled students from Kenya. Source: Francis Parserio (LinkedIn).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07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E2A1E"/>
                </a:solidFill>
                <a:latin typeface="Open Sans"/>
              </a:rPr>
              <a:t>Why Brown</a:t>
            </a:r>
          </a:p>
          <a:p>
            <a:pPr lvl="1"/>
            <a:r>
              <a:rPr sz="1600" b="0">
                <a:solidFill>
                  <a:srgbClr val="4E2A1E"/>
                </a:solidFill>
                <a:latin typeface="Open Sans"/>
              </a:rPr>
              <a:t>Brown’s Open Curriculum is the environment I need to grow as a generalist who pursues deep technical work across multiple domains. I’m one of those learners with many loves: a curiosity for movement perception, a builder’s instinct for systems integration, and a commitment to technology that serves communities. At Brown I can explore these threads freely — testing ideas through Satisfactory/No Credit while discovering whether a subject is a passing interest or a true intellectual home. That freedom, paired with Brown’s culture of collaborative scholarship, is the reason I want four focused years to turn exploratory projects into rigorous research and impact.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07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E2A1E"/>
                </a:solidFill>
                <a:latin typeface="Open Sans"/>
              </a:rPr>
              <a:t>Academic interests</a:t>
            </a:r>
          </a:p>
          <a:p>
            <a:pPr lvl="1"/>
            <a:r>
              <a:rPr sz="1800" b="0">
                <a:solidFill>
                  <a:srgbClr val="4E2A1E"/>
                </a:solidFill>
                <a:latin typeface="Open Sans"/>
              </a:rPr>
              <a:t>• Intended major: Computer Engineering / Robotics (open to interdisciplinary pathway)</a:t>
            </a:r>
          </a:p>
          <a:p>
            <a:pPr lvl="1"/>
            <a:r>
              <a:rPr sz="1800" b="0">
                <a:solidFill>
                  <a:srgbClr val="4E2A1E"/>
                </a:solidFill>
                <a:latin typeface="Open Sans"/>
              </a:rPr>
              <a:t>• Concentrations: perception &amp; human-robot interaction, systems engineering, AI &amp; society</a:t>
            </a:r>
          </a:p>
          <a:p>
            <a:pPr lvl="1"/>
            <a:r>
              <a:rPr sz="1800" b="0">
                <a:solidFill>
                  <a:srgbClr val="4E2A1E"/>
                </a:solidFill>
                <a:latin typeface="Open Sans"/>
              </a:rPr>
              <a:t>• Course types: advanced robotics, probabilistic perception, ethics &amp; society seminars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594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E2A1E"/>
                </a:solidFill>
                <a:latin typeface="Open Sans"/>
              </a:rPr>
              <a:t>Project portfolio — how the pieces connect</a:t>
            </a:r>
          </a:p>
          <a:p>
            <a:pPr lvl="1"/>
            <a:r>
              <a:rPr sz="1600" b="0">
                <a:solidFill>
                  <a:srgbClr val="4E2A1E"/>
                </a:solidFill>
                <a:latin typeface="Open Sans"/>
              </a:rPr>
              <a:t>MotionTrace — pose estimation and perception. MotionTrace extracts structure from human movement; it’s the perception problem that lets machines see bodies.</a:t>
            </a:r>
          </a:p>
          <a:p>
            <a:pPr lvl="1"/>
            <a:r>
              <a:rPr sz="1600" b="0">
                <a:solidFill>
                  <a:srgbClr val="4E2A1E"/>
                </a:solidFill>
                <a:latin typeface="Open Sans"/>
              </a:rPr>
              <a:t>Jewellery818 — full-stack systems engineering &amp; deployment. Integration: CMS, JSONBin sync, Vercel; built the muscle of product engineering.</a:t>
            </a:r>
          </a:p>
          <a:p>
            <a:pPr lvl="1"/>
            <a:r>
              <a:rPr sz="1600" b="0">
                <a:solidFill>
                  <a:srgbClr val="4E2A1E"/>
                </a:solidFill>
                <a:latin typeface="Open Sans"/>
              </a:rPr>
              <a:t>Smartsolve — free tool for Kenyan students; demonstrates human-centered motive and community focus.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07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E2A1E"/>
                </a:solidFill>
                <a:latin typeface="Open Sans"/>
              </a:rPr>
              <a:t>Why Professor Tellex’s lab</a:t>
            </a:r>
          </a:p>
          <a:p>
            <a:pPr lvl="1"/>
            <a:r>
              <a:rPr sz="1600" b="0">
                <a:solidFill>
                  <a:srgbClr val="4E2A1E"/>
                </a:solidFill>
                <a:latin typeface="Open Sans"/>
              </a:rPr>
              <a:t>Shared core question: before a system can respond to people, it must first perceive them accurately.</a:t>
            </a:r>
          </a:p>
          <a:p>
            <a:pPr lvl="1"/>
            <a:r>
              <a:rPr sz="1600" b="0">
                <a:solidFill>
                  <a:srgbClr val="4E2A1E"/>
                </a:solidFill>
                <a:latin typeface="Open Sans"/>
              </a:rPr>
              <a:t>My interest: developing algorithms to connect perception (pose, gesture) with interactive response.</a:t>
            </a:r>
          </a:p>
          <a:p>
            <a:pPr lvl="1"/>
            <a:r>
              <a:rPr sz="1600" b="0">
                <a:solidFill>
                  <a:srgbClr val="4E2A1E"/>
                </a:solidFill>
                <a:latin typeface="Open Sans"/>
              </a:rPr>
              <a:t>MotionTrace made me confront the same central problem Professor Tellex addresses: a system can’t respond meaningfully to a person until it can see what the person is doing.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E2A1E"/>
                </a:solidFill>
                <a:latin typeface="Open Sans"/>
              </a:rPr>
              <a:t>Campus life and landmarks</a:t>
            </a:r>
          </a:p>
          <a:p>
            <a:pPr lvl="1"/>
            <a:r>
              <a:rPr sz="1600" b="0">
                <a:solidFill>
                  <a:srgbClr val="4E2A1E"/>
                </a:solidFill>
                <a:latin typeface="Open Sans"/>
              </a:rPr>
              <a:t>• Granoff Center for the Creative Arts — interdisciplinary creative space.</a:t>
            </a:r>
          </a:p>
          <a:p>
            <a:pPr lvl="1"/>
            <a:r>
              <a:rPr sz="1600" b="0">
                <a:solidFill>
                  <a:srgbClr val="4E2A1E"/>
                </a:solidFill>
                <a:latin typeface="Open Sans"/>
              </a:rPr>
              <a:t>• Van Wickle Gates — ceremonial campus gateway; a community gathering place.</a:t>
            </a:r>
          </a:p>
          <a:p>
            <a:pPr lvl="1"/>
            <a:r>
              <a:rPr sz="1600" b="0">
                <a:solidFill>
                  <a:srgbClr val="4E2A1E"/>
                </a:solidFill>
                <a:latin typeface="Open Sans"/>
              </a:rPr>
              <a:t>• Sciences Library — central STEM study resource.</a:t>
            </a:r>
          </a:p>
          <a:p>
            <a:pPr lvl="1"/>
            <a:r>
              <a:rPr sz="1600" b="0">
                <a:solidFill>
                  <a:srgbClr val="4E2A1E"/>
                </a:solidFill>
                <a:latin typeface="Open Sans"/>
              </a:rPr>
              <a:t>• Main Green — historical gathering place; where students heard news of the Open Curriculum.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070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E2A1E"/>
                </a:solidFill>
                <a:latin typeface="Open Sans"/>
              </a:rPr>
              <a:t>News &amp; context</a:t>
            </a:r>
          </a:p>
          <a:p>
            <a:pPr lvl="1"/>
            <a:r>
              <a:rPr sz="1400" b="0">
                <a:solidFill>
                  <a:srgbClr val="4E2A1E"/>
                </a:solidFill>
                <a:latin typeface="Open Sans"/>
              </a:rPr>
              <a:t>Recent reporting by Francis Parserio highlights enrollment counts and campus context — included here for transparency and context.</a:t>
            </a:r>
          </a:p>
          <a:p>
            <a:pPr lvl="1"/>
            <a:r>
              <a:rPr sz="1400" b="0">
                <a:solidFill>
                  <a:srgbClr val="4E2A1E"/>
                </a:solidFill>
                <a:latin typeface="Open Sans"/>
              </a:rPr>
              <a:t>Article link (see Sources): https://share.google/yhBkQuBqDMW9zZ94v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07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E2A1E"/>
                </a:solidFill>
                <a:latin typeface="Open Sans"/>
              </a:rPr>
              <a:t>Sources &amp; image credits</a:t>
            </a:r>
          </a:p>
          <a:p>
            <a:pPr lvl="1"/>
            <a:r>
              <a:rPr sz="1400" b="0">
                <a:solidFill>
                  <a:srgbClr val="4E2A1E"/>
                </a:solidFill>
                <a:latin typeface="Open Sans"/>
              </a:rPr>
              <a:t>• Enrollment statistics: Francis Parserio — LinkedIn / article</a:t>
            </a:r>
          </a:p>
          <a:p>
            <a:pPr lvl="1"/>
            <a:r>
              <a:rPr sz="1400" b="0">
                <a:solidFill>
                  <a:srgbClr val="4E2A1E"/>
                </a:solidFill>
                <a:latin typeface="Open Sans"/>
              </a:rPr>
              <a:t>• News article: https://share.google/yhBkQuBqDMW9zZ94v</a:t>
            </a:r>
          </a:p>
          <a:p>
            <a:pPr lvl="1"/>
            <a:r>
              <a:rPr sz="1400" b="0">
                <a:solidFill>
                  <a:srgbClr val="4E2A1E"/>
                </a:solidFill>
                <a:latin typeface="Open Sans"/>
              </a:rPr>
              <a:t>• Portrait: supplied by applicant (used with permission)</a:t>
            </a:r>
          </a:p>
          <a:p>
            <a:pPr lvl="1"/>
            <a:r>
              <a:rPr sz="1400" b="0">
                <a:solidFill>
                  <a:srgbClr val="4E2A1E"/>
                </a:solidFill>
                <a:latin typeface="Open Sans"/>
              </a:rPr>
              <a:t>• Campus images: use Brown University official pages or campus photos with attribution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07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Thank you</a:t>
            </a:r>
          </a:p>
          <a:p>
            <a:pPr lvl="1"/>
            <a:r>
              <a:t>Victoria Riri Wagura</a:t>
            </a:r>
          </a:p>
          <a:p>
            <a:pPr lvl="1"/>
            <a:r>
              <a:t>Email: victoriawagura@gmail.com</a:t>
            </a:r>
          </a:p>
          <a:p>
            <a:pPr lvl="1"/>
            <a:r>
              <a:t>I welcome the opportunity to discuss research fit and coursework.</a:t>
            </a:r>
          </a:p>
        </p:txBody>
      </p:sp>
      <p:pic>
        <p:nvPicPr>
          <p:cNvPr id="3" name="Picture 2" descr="Screenshot_2026-08-17-06-32-28-567_com.google.android.googlequicksearchbo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023360"/>
            <a:ext cx="1828800" cy="2377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